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2" r:id="rId3"/>
    <p:sldId id="263" r:id="rId4"/>
    <p:sldId id="257" r:id="rId5"/>
    <p:sldId id="258" r:id="rId6"/>
    <p:sldId id="265" r:id="rId7"/>
    <p:sldId id="266" r:id="rId8"/>
    <p:sldId id="268" r:id="rId9"/>
    <p:sldId id="260" r:id="rId10"/>
    <p:sldId id="267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777A520-D0A7-45C1-A3FF-3C5EADF3E806}" v="1" dt="2025-05-29T05:32:47.14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69" autoAdjust="0"/>
    <p:restoredTop sz="86809" autoAdjust="0"/>
  </p:normalViewPr>
  <p:slideViewPr>
    <p:cSldViewPr snapToGrid="0">
      <p:cViewPr varScale="1">
        <p:scale>
          <a:sx n="64" d="100"/>
          <a:sy n="64" d="100"/>
        </p:scale>
        <p:origin x="118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A4FD7A-B99F-C176-A033-DFDD493C10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C78F96D-6ADD-1D0E-4B8F-553F327A75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73E9B0-BBC7-F72D-097A-2180E36D9E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2EFC7-D735-49DC-B95C-810A7C11984E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53B9CC-59EF-9E5C-D8AD-BA43FA67A1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228E5E-1702-8F90-B9D2-9817AE8393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2D07-E80B-496B-A304-505C2A6690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52426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676257-4B41-A203-10F4-AED25C7E84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E80EC5-7239-67B5-D267-4EDBF2A41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F6EE77-71A1-F96A-FA7B-7328F8A15A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2EFC7-D735-49DC-B95C-810A7C11984E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AD42773-CA62-FB63-5FEE-AD1A31E6D1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563C3-4804-1BA0-7BC4-2E5010A815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2D07-E80B-496B-A304-505C2A6690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39034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85FAA4-8152-A270-89A0-27402F5392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10EFD9-BE08-D732-75F4-44D3C0696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E993BE-33A2-4BEB-AC8F-5B7DE38F3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2EFC7-D735-49DC-B95C-810A7C11984E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46BE8-85DD-9736-8053-22490B13BD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1F0BF-D0C0-1088-BD56-6E179C341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2D07-E80B-496B-A304-505C2A6690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54473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6A5922-0890-449D-5E95-EC6927B1EE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DA19B7-02BB-C7CB-881E-3BC03C129B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ECA379A-748B-4173-6062-ADF02E58E5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407FF41-5052-6B6F-B1D3-25734DFB5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2EFC7-D735-49DC-B95C-810A7C11984E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FA79322-F8F8-C330-9319-2817F39DA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4859BC-062A-6E8E-F5E9-0FDCAA795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2D07-E80B-496B-A304-505C2A6690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2474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BC15B4-7972-D963-D0D0-4A756080C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EDB4BF-1A28-3FA9-4719-89EF077B7B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D754BBB-E657-5AD3-EAB1-6676857427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64298D4-0845-FD74-EDD7-8A801454BF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A0F514-C771-EF0E-63FD-D4122D0DA4A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D90B1BD-BA09-A239-D206-3C475D7281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2EFC7-D735-49DC-B95C-810A7C11984E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87B124C-B1D0-DE64-46E9-C34B62EEB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30409E4-BEEC-9EB2-69F9-41EF2289A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2D07-E80B-496B-A304-505C2A6690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32279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00767A-65B8-7FF9-1A3F-F768E36CAA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E6C0EB-0D84-EA59-C331-92BFFA5FDF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2EFC7-D735-49DC-B95C-810A7C11984E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33C15D7-3D34-48C8-168B-29648A85F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324A3B-B7DD-3FE1-C49A-D3BA6CCDF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2D07-E80B-496B-A304-505C2A6690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05237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5DC74B7-8D4F-C64F-8ADD-4A1E6EF92C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2EFC7-D735-49DC-B95C-810A7C11984E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4B6C19B-8E2C-788E-A056-27C9F7DBA5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8EBB6E-5C79-4CC5-D980-68CA78CE61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2D07-E80B-496B-A304-505C2A6690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19978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7622E0-4430-0D23-7B2D-2F231BB3BD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3298FA-29C7-2176-D49E-690190011D0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D39874D-83FC-A81A-4876-2E90FDA1421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69D504-BAB0-2777-0C25-97AE980EE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2EFC7-D735-49DC-B95C-810A7C11984E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028E196-0890-E585-C160-407B1C4F2E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B00D47-FF86-5A07-5B61-62B99EAD86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2D07-E80B-496B-A304-505C2A6690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81853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B505C-658E-81DD-537F-0920068A0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151472D-2EFF-C601-6C2F-0CC9C59E06D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245893F-F36E-A0DD-3FD7-B87C03B164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790D2E-C7BA-DBC2-8022-FBA639957B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2EFC7-D735-49DC-B95C-810A7C11984E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E7FF3A-36ED-5157-DD9E-3A9EA809BD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FFF49B-F757-CBF1-5A40-94973DF04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2D07-E80B-496B-A304-505C2A6690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5981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CE1C8E-9037-1F03-6E11-21D086E7A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6284013-C1B1-5B1A-FD71-86240CDBB8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FF85C-C907-9CAE-661C-1AC7BEAB6E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2EFC7-D735-49DC-B95C-810A7C11984E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8FDC3F-370F-B23E-A626-7BA7AE5A05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D328B8-8E42-7759-A664-10CE73D9F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2D07-E80B-496B-A304-505C2A6690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16235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C3A2B9B-8766-3077-7CE1-54105629B2E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33DECE-75A1-A34D-8B86-3292ADCCE0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EFCFAF-7823-4E9F-71E8-B2775D05E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52EFC7-D735-49DC-B95C-810A7C11984E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50A232-048F-C054-5511-6F413E14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BEBC5-05DB-404C-7E62-5F6CA7AC0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EF2D07-E80B-496B-A304-505C2A6690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54276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AE9E29-E08B-6036-D16F-82674072EE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98DECA1-16AE-DA2C-6897-D6626948080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A2C9CD-FD99-DAC9-53FC-B0B9B2D6A5B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452EFC7-D735-49DC-B95C-810A7C11984E}" type="datetimeFigureOut">
              <a:rPr lang="en-IN" smtClean="0"/>
              <a:t>29-05-2025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845F70-61A2-9050-B538-0114C3AEDA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129897-0CBE-9300-A3D0-160358AC1BA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9EF2D07-E80B-496B-A304-505C2A6690E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71210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154F5DD5-141C-227E-D56B-C07C55A735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62838" y="1680881"/>
            <a:ext cx="9144000" cy="2474259"/>
          </a:xfrm>
        </p:spPr>
        <p:txBody>
          <a:bodyPr>
            <a:normAutofit/>
          </a:bodyPr>
          <a:lstStyle/>
          <a:p>
            <a:r>
              <a:rPr lang="en-US" sz="2400" b="1" spc="-10" dirty="0">
                <a:latin typeface="Times New Roman"/>
                <a:cs typeface="Times New Roman"/>
              </a:rPr>
              <a:t>DEPARTMENT OF CSO( INTERNET OF THINGS)</a:t>
            </a:r>
            <a:endParaRPr lang="en-US" sz="2400" dirty="0">
              <a:latin typeface="Times New Roman"/>
              <a:cs typeface="Times New Roman"/>
            </a:endParaRPr>
          </a:p>
          <a:p>
            <a:r>
              <a:rPr lang="en-US" sz="2400" dirty="0">
                <a:latin typeface="Times New Roman" pitchFamily="18" charset="0"/>
                <a:cs typeface="Times New Roman" pitchFamily="18" charset="0"/>
              </a:rPr>
              <a:t>MINI PROJECT ON</a:t>
            </a:r>
          </a:p>
          <a:p>
            <a:r>
              <a:rPr lang="en-US" sz="2800" b="1" dirty="0">
                <a:solidFill>
                  <a:srgbClr val="FF0000"/>
                </a:solidFill>
                <a:latin typeface="Times New Roman" pitchFamily="18" charset="0"/>
                <a:cs typeface="Times New Roman" pitchFamily="18" charset="0"/>
              </a:rPr>
              <a:t>WORK WELL: REAL TIME SLEEP DETECTION FOR ENHANCED PRODUCTIVITY 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UNDER THE ESTEEMED GUIDANCE OF             </a:t>
            </a:r>
          </a:p>
          <a:p>
            <a:r>
              <a:rPr lang="en-US" sz="1600" dirty="0">
                <a:latin typeface="Times New Roman" pitchFamily="18" charset="0"/>
                <a:cs typeface="Times New Roman" pitchFamily="18" charset="0"/>
              </a:rPr>
              <a:t>    </a:t>
            </a:r>
            <a:r>
              <a:rPr lang="en-US" sz="1600" b="1" dirty="0">
                <a:latin typeface="Times New Roman" pitchFamily="18" charset="0"/>
                <a:cs typeface="Times New Roman" pitchFamily="18" charset="0"/>
              </a:rPr>
              <a:t>Mr. K. Anil , Assistant Professor</a:t>
            </a:r>
            <a:endParaRPr lang="en-IN" sz="1600" b="1" dirty="0">
              <a:latin typeface="Times New Roman" pitchFamily="18" charset="0"/>
              <a:cs typeface="Times New Roman" pitchFamily="18" charset="0"/>
            </a:endParaRPr>
          </a:p>
          <a:p>
            <a:endParaRPr lang="en-IN" dirty="0">
              <a:solidFill>
                <a:srgbClr val="FF0000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9D2C54-FBF2-8702-7E3B-9FFECA320A2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62838" y="216771"/>
            <a:ext cx="8821677" cy="1310754"/>
          </a:xfrm>
          <a:prstGeom prst="rect">
            <a:avLst/>
          </a:prstGeom>
        </p:spPr>
      </p:pic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87B58C63-B234-67AF-DD19-58E53B555D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15526616"/>
              </p:ext>
            </p:extLst>
          </p:nvPr>
        </p:nvGraphicFramePr>
        <p:xfrm>
          <a:off x="5623560" y="4373937"/>
          <a:ext cx="5679024" cy="2230482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0478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311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>
                          <a:latin typeface="Times New Roman" pitchFamily="18" charset="0"/>
                          <a:cs typeface="Times New Roman" pitchFamily="18" charset="0"/>
                        </a:rPr>
                        <a:t>PRESENTED BY: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T. MADHAVI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: 22C31A6957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6282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B. HARSHAVARDHAN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: 22C31A6913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A. SHASHANK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: 22C31A6903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S. PAVAN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latin typeface="Times New Roman" pitchFamily="18" charset="0"/>
                          <a:cs typeface="Times New Roman" pitchFamily="18" charset="0"/>
                        </a:rPr>
                        <a:t>: 22C31A6954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>
                        <a:latin typeface="Times New Roman" pitchFamily="18" charset="0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6BC6A67-354F-CF7A-B7C6-41F294351C6A}"/>
              </a:ext>
            </a:extLst>
          </p:cNvPr>
          <p:cNvSpPr txBox="1">
            <a:spLocks/>
          </p:cNvSpPr>
          <p:nvPr/>
        </p:nvSpPr>
        <p:spPr>
          <a:xfrm>
            <a:off x="240574" y="3915423"/>
            <a:ext cx="4255226" cy="26889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>
              <a:solidFill>
                <a:srgbClr val="0070C0"/>
              </a:solidFill>
            </a:endParaRP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IN" dirty="0">
              <a:solidFill>
                <a:srgbClr val="0070C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87288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0A93E5-6D14-DFFD-84D9-CACF59125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760" y="548640"/>
            <a:ext cx="10515600" cy="883920"/>
          </a:xfrm>
        </p:spPr>
        <p:txBody>
          <a:bodyPr>
            <a:normAutofit/>
          </a:bodyPr>
          <a:lstStyle/>
          <a:p>
            <a:pPr algn="just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0F358C6-CA5F-B74E-768D-A7B31DCF460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29640" y="1557605"/>
            <a:ext cx="10685874" cy="416985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rowsiness reduce productivity and efficiency.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Lack of sleep affects focus, reaction time, and safety.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develops a real-time sleep detection system.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It uses computer vision.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system analyzes facial features, eye movements, and head position.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webcam or surveillance camera detects early signs of drowsiness. </a:t>
            </a:r>
          </a:p>
        </p:txBody>
      </p:sp>
    </p:spTree>
    <p:extLst>
      <p:ext uri="{BB962C8B-B14F-4D97-AF65-F5344CB8AC3E}">
        <p14:creationId xmlns:p14="http://schemas.microsoft.com/office/powerpoint/2010/main" val="35548026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998AB6-3B9A-CD42-1FB3-078EEDC53A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502921"/>
            <a:ext cx="10515600" cy="929640"/>
          </a:xfrm>
        </p:spPr>
        <p:txBody>
          <a:bodyPr>
            <a:normAutofit/>
          </a:bodyPr>
          <a:lstStyle/>
          <a:p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OBJECTIVES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74DB5A-BE72-6CD1-E285-D5187EBC94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21080" y="1747838"/>
            <a:ext cx="10515600" cy="4790122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Workplace Safety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Enhance Productivity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Monitor Fatigue in Real-Time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Instant Alerts and Notifications</a:t>
            </a:r>
          </a:p>
          <a:p>
            <a:pPr>
              <a:lnSpc>
                <a:spcPct val="150000"/>
              </a:lnSpc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Adapt to Various Use Cases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726942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4A1CB-2CD2-D1D8-C05E-5691A454C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6760" y="365125"/>
            <a:ext cx="1060704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AND STATEMENT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253D9E22-FA7A-A00E-68DC-E5416EDB6F2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586002" y="1667234"/>
            <a:ext cx="11695766" cy="3523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Fatigue and drowsiness reduce workplace productivity and safety.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Lack of sleep leads to poor focus, slow reactions, and high accident risks.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Industries like transportation, healthcare, and manufacturing are most affected.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Traditional monitoring methods fail to detect drowsiness in real time.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A smart solution is needed to identify early signs of sleepiness. </a:t>
            </a:r>
          </a:p>
        </p:txBody>
      </p:sp>
    </p:spTree>
    <p:extLst>
      <p:ext uri="{BB962C8B-B14F-4D97-AF65-F5344CB8AC3E}">
        <p14:creationId xmlns:p14="http://schemas.microsoft.com/office/powerpoint/2010/main" val="42179250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5B63D-4121-1CB3-2864-8B15B6499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TOOLS</a:t>
            </a:r>
            <a:r>
              <a:rPr lang="en-US" sz="3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 TECHNOLOGIES USED</a:t>
            </a:r>
            <a:endParaRPr lang="en-IN" sz="32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EF9B22-C527-1697-CADA-EAE6509DB8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176713"/>
          </a:xfrm>
        </p:spPr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Programming: Python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Libraries: OpenCV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Hardware: Laptop Camera</a:t>
            </a:r>
          </a:p>
          <a:p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and Notification System: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Audio Alerts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965089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E4E62A-1CFA-67BD-CF4E-EF4CDEE29A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0" y="480062"/>
            <a:ext cx="10515600" cy="883919"/>
          </a:xfrm>
        </p:spPr>
        <p:txBody>
          <a:bodyPr/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MODULES</a:t>
            </a:r>
            <a:endParaRPr lang="en-IN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63B98F4B-2F9C-DD1C-20C9-5D4CC791377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71973" y="1532163"/>
            <a:ext cx="9479280" cy="430887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Eye Tracking 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alt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Face Detection </a:t>
            </a: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Head Position Analysis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Facial Expression Analysis</a:t>
            </a:r>
          </a:p>
          <a:p>
            <a:pPr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kumimoji="0" lang="en-US" altLang="en-US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Alert System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3075" name="Picture 3" descr="Sleep software hi-res stock photography ...">
            <a:extLst>
              <a:ext uri="{FF2B5EF4-FFF2-40B4-BE49-F238E27FC236}">
                <a16:creationId xmlns:a16="http://schemas.microsoft.com/office/drawing/2014/main" id="{9DAA0377-5C06-1823-F9FE-ACB13E64DA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9440" y="2118360"/>
            <a:ext cx="3368040" cy="2621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20305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9E1B3E-7D36-20F0-DAD8-13F67409F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376713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WORKING PROCESS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22B22A4-1D44-D2E8-3545-448C7FF035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 Capture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Feature Detection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Movement Analysis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Drowsiness Identification </a:t>
            </a:r>
          </a:p>
          <a:p>
            <a:pPr marL="0" indent="0">
              <a:buNone/>
            </a:pP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Alert Trigger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558F783-04B2-2009-3A3F-B83612D2740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246" r="12911" b="2472"/>
          <a:stretch/>
        </p:blipFill>
        <p:spPr>
          <a:xfrm>
            <a:off x="5565228" y="1432560"/>
            <a:ext cx="4706531" cy="4351338"/>
          </a:xfrm>
          <a:prstGeom prst="rect">
            <a:avLst/>
          </a:prstGeom>
        </p:spPr>
      </p:pic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669081A-CBF6-0CFE-68C2-EB1260285A4B}"/>
              </a:ext>
            </a:extLst>
          </p:cNvPr>
          <p:cNvCxnSpPr>
            <a:cxnSpLocks/>
          </p:cNvCxnSpPr>
          <p:nvPr/>
        </p:nvCxnSpPr>
        <p:spPr>
          <a:xfrm>
            <a:off x="1920240" y="2240280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14C6548-4271-4734-7720-4B9F5816B5D8}"/>
              </a:ext>
            </a:extLst>
          </p:cNvPr>
          <p:cNvCxnSpPr>
            <a:cxnSpLocks/>
          </p:cNvCxnSpPr>
          <p:nvPr/>
        </p:nvCxnSpPr>
        <p:spPr>
          <a:xfrm>
            <a:off x="1920240" y="3139440"/>
            <a:ext cx="0" cy="59436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C60966D-B6B5-77AB-3672-3CB66526D42D}"/>
              </a:ext>
            </a:extLst>
          </p:cNvPr>
          <p:cNvCxnSpPr>
            <a:cxnSpLocks/>
          </p:cNvCxnSpPr>
          <p:nvPr/>
        </p:nvCxnSpPr>
        <p:spPr>
          <a:xfrm>
            <a:off x="1920240" y="4130040"/>
            <a:ext cx="0" cy="4572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70B5355F-82EE-C8CC-3A4A-301612B7BA0C}"/>
              </a:ext>
            </a:extLst>
          </p:cNvPr>
          <p:cNvCxnSpPr>
            <a:cxnSpLocks/>
          </p:cNvCxnSpPr>
          <p:nvPr/>
        </p:nvCxnSpPr>
        <p:spPr>
          <a:xfrm>
            <a:off x="1920240" y="5044440"/>
            <a:ext cx="0" cy="50502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693020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C895A-1AAD-F19B-7CBE-B0DDB3C1D8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0"/>
            <a:ext cx="9144000" cy="1608880"/>
          </a:xfrm>
        </p:spPr>
        <p:txBody>
          <a:bodyPr>
            <a:normAutofit/>
          </a:bodyPr>
          <a:lstStyle/>
          <a:p>
            <a:pPr algn="l"/>
            <a:r>
              <a:rPr lang="en-IN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FEATURE SCOPE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C59BBFA-016E-8E17-0A18-6211AB91F9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2349661"/>
            <a:ext cx="9144000" cy="3368233"/>
          </a:xfrm>
        </p:spPr>
        <p:txBody>
          <a:bodyPr>
            <a:normAutofit/>
          </a:bodyPr>
          <a:lstStyle/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Head Pose Estimation 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Alert System </a:t>
            </a:r>
          </a:p>
          <a:p>
            <a:pPr marL="457200" indent="-457200" algn="l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Real-Time Face &amp; Eye Tracking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3DEA8E8-20A3-E70C-03BF-7763253259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3911" y="1323729"/>
            <a:ext cx="4425244" cy="35144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98236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AEF542-F8CB-DD98-3626-6CCA7171C1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6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88532-F8BE-4F89-F43A-43DB9D3791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50719"/>
            <a:ext cx="10515600" cy="3555683"/>
          </a:xfrm>
        </p:spPr>
        <p:txBody>
          <a:bodyPr/>
          <a:lstStyle/>
          <a:p>
            <a:pPr marL="0" indent="0" algn="just">
              <a:lnSpc>
                <a:spcPct val="150000"/>
              </a:lnSpc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Real-time drowsiness detection improves safety and productivity using computer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vision.It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detects fatigue through facial analysis and triggers alerts. Future enhancements like advanced AI and infrared technology will boost accuracy and usability for various industries.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57898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Thank You Slides for PowerPoint and ...">
            <a:extLst>
              <a:ext uri="{FF2B5EF4-FFF2-40B4-BE49-F238E27FC236}">
                <a16:creationId xmlns:a16="http://schemas.microsoft.com/office/drawing/2014/main" id="{EDD289E0-6E01-1A35-288E-B08A1D1CFB3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8245704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268</TotalTime>
  <Words>312</Words>
  <Application>Microsoft Office PowerPoint</Application>
  <PresentationFormat>Widescreen</PresentationFormat>
  <Paragraphs>73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Calibri Light</vt:lpstr>
      <vt:lpstr>Times New Roman</vt:lpstr>
      <vt:lpstr>Office Theme</vt:lpstr>
      <vt:lpstr>PowerPoint Presentation</vt:lpstr>
      <vt:lpstr>INTRODUCTION</vt:lpstr>
      <vt:lpstr>OBJECTIVES</vt:lpstr>
      <vt:lpstr>PROBLEM AND STATEMENT</vt:lpstr>
      <vt:lpstr>TOOLS AND TECHNOLOGIES USED</vt:lpstr>
      <vt:lpstr>MODULES</vt:lpstr>
      <vt:lpstr>WORKING PROCESS</vt:lpstr>
      <vt:lpstr>FEATURE SCOPE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Dubasi Sruthi</dc:creator>
  <cp:lastModifiedBy>Harsha nani</cp:lastModifiedBy>
  <cp:revision>25</cp:revision>
  <dcterms:created xsi:type="dcterms:W3CDTF">2025-02-13T18:43:24Z</dcterms:created>
  <dcterms:modified xsi:type="dcterms:W3CDTF">2025-05-29T05:35:45Z</dcterms:modified>
</cp:coreProperties>
</file>